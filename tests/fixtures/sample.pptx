
<file path=[Content_Types].xml><?xml version="1.0" encoding="utf-8"?>
<Types/>
</file>

<file path=ppt/presentation.xml><p:presentation/>
</file>

<file path=ppt/slides/slide1.xml><p:sld xmlns:a="a"><p:cSld><p:spTree><p:sp><p:txBody><a:p><a:r><a:t>Quarterly Roadmap</a:t></a:r></a:p><a:p><a:r><a:t>Gateway rebuild ships during the third quarter</a:t></a:r></a:p></p:txBody></p:sp></p:spTree></p:cSld></p:sld>
</file>

<file path=ppt/slides/slide2.xml><p:sld xmlns:a="a"><p:cSld><p:spTree><p:sp><p:txBody><a:p><a:r><a:t>Outstanding Risks</a:t></a:r></a:p><a:p><a:r><a:t>Vendor throughput limits remain unconfirmed</a:t></a:r></a:p></p:txBody></p:sp></p:spTree></p:cSld></p:sld>
</file>