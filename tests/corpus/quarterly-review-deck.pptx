
<file path=[Content_Types].xml><?xml version="1.0" encoding="utf-8"?>
<Types xmlns="http://schemas.openxmlformats.org/package/2006/content-types">
  <Default Extension="xml" ContentType="application/xml"/>
  <Default Extension="png" ContentType="image/png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?><p:presentation/>
</file>

<file path=ppt/slides/_rels/slide10.xml.rels><?xml version="1.0" encoding="UTF-8" standalone="yes"?><Relationships xmlns="http://schemas.openxmlformats.org/package/2006/relationships"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nvPr>
            <p:ph type="title"/>
          </p:nvPr>
        </p:nvSpPr>
        <p:txBody>
          <a:p>
            <a:r>
              <a:t>Quarterly Branch Review</a:t>
            </a:r>
          </a:p>
        </p:txBody>
      </p:sp>
      <p:sp>
        <p:nvSpPr>
          <p:nvPr/>
        </p:nvSpPr>
        <p:txBody>
          <a:p>
            <a:pPr lvl="0">
              <a:buChar char="•"/>
            </a:pPr>
            <a:r>
              <a:t>Coverage by region</a:t>
            </a:r>
          </a:p>
          <a:p>
            <a:pPr lvl="1">
              <a:buChar char="•"/>
            </a:pPr>
            <a:r>
              <a:t>Northern district</a:t>
            </a:r>
          </a:p>
          <a:p>
            <a:pPr lvl="2">
              <a:buChar char="•"/>
            </a:pPr>
            <a:r>
              <a:t>Third level, to clamp the depth</a:t>
            </a:r>
          </a:p>
          <a:p>
            <a:pPr lvl="1">
              <a:buChar char="•"/>
            </a:pPr>
            <a:r>
              <a:t>Southern district</a:t>
            </a:r>
          </a:p>
          <a:p>
            <a:pPr lvl="0">
              <a:buAutoNum type="arabicPeriod"/>
            </a:pPr>
            <a:r>
              <a:t>Steps to complete</a:t>
            </a:r>
          </a:p>
          <a:p>
            <a:pPr lvl="0">
              <a:buAutoNum type="arabicPeriod"/>
            </a:pPr>
            <a:r>
              <a:t>Second numbered step</a:t>
            </a:r>
          </a:p>
          <a:p>
            <a:pPr lvl="0">
              <a:buChar char="•"/>
            </a:pPr>
            <a:r>
              <a:t>Back to a plain bullet</a:t>
            </a:r>
          </a:p>
          <a:p>
            <a:pPr lvl="0">
              <a:buAutoNum type="alphaLcPeriod"/>
            </a:pPr>
            <a:r>
              <a:t>Lettered sub-procedure</a:t>
            </a:r>
          </a:p>
          <a:p>
            <a:pPr lvl="0">
              <a:buAutoNum type="alphaLcPeriod"/>
            </a:pPr>
            <a:r>
              <a:t>Second lettered step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graphicFrame>
        <a:graphic>
          <a:graphicData>
            <a:tbl>
              <a:tr>
                <a:tc gridSpan="2">
                  <a:txBody>
                    <a:p>
                      <a:r>
                        <a:t>Spanning header</a:t>
                      </a:r>
                    </a:p>
                  </a:txBody>
                </a:tc>
                <a:tc hMerge="1">
                  <a:txBody>
                    <a:p>
                      <a:r>
                        <a:t>skipped</a:t>
                      </a:r>
                    </a:p>
                  </a:txBody>
                </a:tc>
                <a:tc>
                  <a:txBody>
                    <a:p>
                      <a:r>
                        <a:t>Status</a:t>
                      </a:r>
                    </a:p>
                  </a:txBody>
                </a:tc>
              </a:tr>
              <a:tr>
                <a:tc rowSpan="2">
                  <a:txBody>
                    <a:p>
                      <a:r>
                        <a:t>North</a:t>
                      </a:r>
                    </a:p>
                  </a:txBody>
                </a:tc>
                <a:tc>
                  <a:txBody>
                    <a:p>
                      <a:r>
                        <a:t>24</a:t>
                      </a:r>
                    </a:p>
                  </a:txBody>
                </a:tc>
                <a:tc>
                  <a:txBody>
                    <a:p>
                      <a:r>
                        <a:t>Complete</a:t>
                      </a:r>
                    </a:p>
                  </a:txBody>
                </a:tc>
              </a:tr>
              <a:tr>
                <a:tc vMerge="1">
                  <a:txBody>
                    <a:p>
                      <a:r>
                        <a:t>skipped</a:t>
                      </a:r>
                    </a:p>
                  </a:txBody>
                </a:tc>
                <a:tc>
                  <a:txBody>
                    <a:p>
                      <a:r>
                        <a:t>31</a:t>
                      </a:r>
                    </a:p>
                  </a:txBody>
                </a:tc>
                <a:tc>
                  <a:txBody>
                    <a:p>
                      <a:r>
                        <a:t>In review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nvPr/>
        </p:nvSpPr>
        <p:txBody>
          <a:p>
            <a:r>
              <a:t>Site photograph</a:t>
            </a:r>
          </a:p>
        </p:txBody>
      </p:sp>
      <p:pic>
        <p:blipFill>
          <a:blip r:embed="rId2"/>
        </p:blipFill>
      </p:pic>
    </p:spTree>
  </p:cSld>
</p:sld>
</file>